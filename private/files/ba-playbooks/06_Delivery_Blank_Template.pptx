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ck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06  ·  Delivery &amp;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Sequence the Delivery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Delivery Roadmap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75488" y="1645920"/>
            <a:ext cx="11240719" cy="0"/>
          </a:xfrm>
          <a:prstGeom prst="line">
            <a:avLst/>
          </a:prstGeom>
          <a:ln w="1778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488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23631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66431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71775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575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19919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62719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68063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10863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71620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259007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1920240"/>
            <a:ext cx="4014542" cy="70408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1993392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&lt;item 1&gt;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2249424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88576" y="2788920"/>
            <a:ext cx="4014542" cy="70408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6592" y="2862072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&lt;item 2&gt;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16592" y="3118103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01664" y="3657600"/>
            <a:ext cx="4014542" cy="704088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9680" y="3730752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&lt;item 3&gt;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680" y="3986784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ck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06  ·  Delivery &amp;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Run the Change Impact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Change Impact Assessment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18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418592" cy="201168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ck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06  ·  Delivery &amp;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Build the Change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ADKAR Journey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75488" y="1645920"/>
            <a:ext cx="11240719" cy="0"/>
          </a:xfrm>
          <a:prstGeom prst="line">
            <a:avLst/>
          </a:prstGeom>
          <a:ln w="1778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488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Awareness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8566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28467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Desire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38647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Knowledge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0602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48827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Ability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71620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259007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Reinforce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1920240"/>
            <a:ext cx="2157309" cy="698601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1993392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&lt;item 1&gt;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249424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6340" y="2783433"/>
            <a:ext cx="2157309" cy="698601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4356" y="2856585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&lt;item 2&gt;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4356" y="3112617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17192" y="3646627"/>
            <a:ext cx="2157309" cy="698601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5208" y="3719779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&lt;item 3&gt;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5208" y="3975811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8045" y="4509820"/>
            <a:ext cx="2157309" cy="698601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6061" y="4582972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&lt;item 4&gt;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6061" y="4839004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8897" y="5373014"/>
            <a:ext cx="2157309" cy="698601"/>
          </a:xfrm>
          <a:prstGeom prst="round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86913" y="5446166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&lt;item 5&gt;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6913" y="5702198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ck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06  ·  Delivery &amp;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Define the Benefits Realisation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Benefits Realisation Plan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185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4185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4185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