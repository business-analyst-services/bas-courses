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  <p:sldId id="272" r:id="rId8"/>
    <p:sldId id="273" r:id="rId9"/>
    <p:sldId id="274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2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B2  ·  Application Tailoring &amp; Fit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1 — Deconstruct the Job 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Job Ad Breakdown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Mandate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Must-haves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Nice-to-haves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Keywords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Disqualifier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B2  ·  Application Tailoring &amp; Fit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2 — Compare Against Resume &amp; Cover Letter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Fit Comparison Matrix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BPMN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Stakeholder mgmt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Payments domain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Business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Agile tooling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B2  ·  Application Tailoring &amp; Fit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3 — Score Suitability &amp; Identify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Suitability Assessment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Fit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Gap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Gap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Gap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Decision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B2  ·  Application Tailoring &amp; Fit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4 — Produce Tailored Application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Tailored Resume &amp; Cover Letter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Role bullet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Cover letter hook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Review check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