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8"/>
    <p:sldId id="273" r:id="rId9"/>
    <p:sldId id="274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2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B1  ·  BA Job Search &amp;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1 — Frame the Target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Positioning Brief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Target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Value I 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Positioning 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Not targeting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Proof needed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B1  ·  BA Job Search &amp;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2 — Map the Hiring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Target &amp; Contact Map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Hiring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Recruiter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Product owner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Head of 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Peer BA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B1  ·  BA Job Search &amp;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3 — Build the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Evidence Portfolio + STAR bank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Business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Process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Stakeholder mgmt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Data &amp; KPIs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Agile delivery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B1  ·  BA Job Search &amp;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4 — Run the Interview &amp; Offer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Interview Plan + Offer Decision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Opening pitch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Likely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My questions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Offer criteria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Follow-up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YOUR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