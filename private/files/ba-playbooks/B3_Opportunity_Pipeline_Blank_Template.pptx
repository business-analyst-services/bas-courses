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72" r:id="rId8"/>
    <p:sldId id="273" r:id="rId9"/>
    <p:sldId id="274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2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B3  ·  AI Opportunity Match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1 — Build the Profile &amp; Match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Match Model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Hard filter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Band: apply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Band: tailor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Band: watch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B3  ·  AI Opportunity Match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2 — Connect the App &amp; Pull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Normalised Role List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Acme Bank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Harbour Insurance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Metro 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Coastal Retail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Southern Freight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B3  ·  AI Opportunity Match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3 — Score &amp; Rank the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Scored Opportunity Board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Acme Bank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Metro Health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Harbour Insurance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Southern Freight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Top gap overall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B3  ·  AI Opportunity Match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4 — Prioritise &amp; Trigger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Application Action Plan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This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This week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Watch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Model tune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Guardrail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