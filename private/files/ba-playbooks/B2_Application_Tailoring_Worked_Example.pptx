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8"/>
    <p:sldId id="273" r:id="rId9"/>
    <p:sldId id="274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1 — Deconstruct the Job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Job Ad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Mandate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Own end-to-end Discovery for a payments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ad paragraph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Must-haves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5+ yrs BA, BPMN, stakeholder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requirements 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Nice-to-haves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Should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Payments domain, Jira/Confluence, agile ceremonies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'desirable' 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Keywords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elicitation, user stories, BPMN, business case, payments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Use: mirror in resume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Disqualifier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Must hold current work rights — confirm before applying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ad footer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2 — Compare Against Resume &amp; Cover 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Fit Comparison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BPMN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'Redesigned onboarding As-Is / To-Be' (Northbridge role)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Keyword match: 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Stakeholder mgmt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Decision register; compliance co-design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Keyword match: 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Payments domain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Onboarding, not payments — adjacent fintech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Keyword match: N — reword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Business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$890k NPV one-page case approved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Keyword match: 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Agile tooling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Jira used; Confluence not mentioned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Keyword match: N — add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3 — Score Suitability &amp; Identify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Suitability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Fit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78/100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Strong on core BA skills; lighter on payments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Verdict: apply with tailoring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Gap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Low payments keyword density — reword two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Closeable now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Gap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Confluence not named — add to tools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Closeable now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Gap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No direct payments role — address in cover letter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Frame as adjacent fintech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Decision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Apply this week; tailored resume + letter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Owner: 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B2  ·  Application Tailoring &amp;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4 — Produce Tailored Application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Tailored Resume &amp; Cover 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'Experienced BA.'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Weak: no outcome, no domain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'Senior BA who cut fintech onboarding from 14 to 5 days — seeking to own Discovery on your payments transformation.'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Mirrors mandate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Role bullet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Mapped As-Is / To-Be onboarding in BPMN; removed 3 waits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Adds keyword: BPMN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Cover letter hook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Opens with their Discovery mandate, then one proof 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Under 250 words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Review check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BA owns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No invented claims; every line traceable to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I review before sending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