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8"/>
    <p:sldId id="273" r:id="rId9"/>
    <p:sldId id="274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1 — Frame the Target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Positioning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Target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Senior BA, financial services or payments transformation, Sydney 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Career Outcome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Value I 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Time-to-decision and cost-to-serve: cut onboarding 14 → 5 days at Northbridge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Evidence Inventory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Positioning 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I reframe problems as decisions, then deliver the change that moves the number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drafted, BA-approved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Not targeting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Pure documentation roles; on-site only; contracts under 6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Career Outcome Statement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Proof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One sanitised business case and one BPMN To-Be to show in interview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Source: gap flagged by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2 — Map the Hiring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Target &amp; Contact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Hiring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Accel.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Transformation Lead, Acme Bank. Needs a BA who can run Discovery 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Warm path: ex-colleague on her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Recruiter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Neutral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Agency recruiter screening on keywords: BPMN, payments, stakeholder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Action: send tailored resume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Product owner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Neutral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Payments PO; will sit on panel and test story-writing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Action: prepare a Given/When/Then sample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Head of 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Blocker?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Burned by a previous BA who never left the room; sceptical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Action: lead with an ops outcome story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Peer BA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Accel.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Existing BA on team; can describe the real problem before interview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Action: 20-min coffee chat request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3 — Build the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Evidence Portfolio + STAR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Business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One-page case (sanitised). Outcome: $890k NPV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Contribution: framed options, ran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Process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As-Is / To-Be onboarding BPMN; 3 waits 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Contribution: led workshops, drew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Stakeholder mgmt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STAR: turned compliance from blocker to co-designer in 2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Contribution: decision register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Data &amp; KPIs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KPI tree tying drop-off to 3 value leaks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Contribution: analysis + leak sizing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Agile delivery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Story backlog with traceability to requirements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Gap: no cloud evidence — flagged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BONUS PLAYBOOK B1  ·  BA Job Search &amp;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Step 4 — Run the Interview &amp; Offer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Interview Plan + Offer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WORKED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Opening pitch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'I cut onboarding from 14 to 5 days by reframing the decisions — here's how I'd approach yours'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Use: first 60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Likely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6986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'Tell me about a difficult stakeholder' → compliance STAR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Evidence: STAR bank #3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371600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My questions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3620" y="1828800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819656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Prep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Which decision is blocking delivery today? Who owns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261975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Purpose: show Discovery thinking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968496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Offer criteria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4425696"/>
            <a:ext cx="812800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Scope to own Discovery; hybrid; ≥ target salary band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Walk away if 2 of 3 missing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40682" y="3968496"/>
            <a:ext cx="3710330" cy="245059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0682" y="3968496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6986" y="4096511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Follow-up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6986" y="4425696"/>
            <a:ext cx="812800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6986" y="4416552"/>
            <a:ext cx="8128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6986" y="4700016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Thank-you note within 24h with one-page approach sketch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6986" y="5093207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Owner: me · Due: next day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Bonus playbooks · Fictional candidate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