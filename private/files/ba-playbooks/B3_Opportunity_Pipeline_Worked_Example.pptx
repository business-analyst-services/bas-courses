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Build the Profile &amp; Match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Match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Skills 35 · Domain 20 · Level 15 · Location 15 · Salary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Total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Hard 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On-site only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Applied before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apply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80+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Apply within 48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Effort: 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tailor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65–79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Tailor using Playbook B2 first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Effort: medium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watch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50–64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Save; re-check in two weeks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Below 50: discard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Connect the App &amp; Pull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Normalised Role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Acme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Senior BA · Sydney / Hybrid · $140–160k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BPMN, payments, stakeholder mgmt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Harbour Insurance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 · Hybrid · $130–145k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claims, process, Jira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Metro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Lead BA · Hybrid · $150–170k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requirements, change,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Coastal Retail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Dropped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 · On-site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Hard filter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Southern Freight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Kept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Process Analyst · Hybrid · $120–135k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BPMN, logistics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Score &amp; Rank the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Scored Opportunity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Acme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Skills 32/35 · Domain 18/20 · Salary 12/15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Band: apply now · Effort: 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Metro Health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Skills 30/35 · Domain 12/20 · Salary 15/15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Band: tailor · Gap: health domain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Harbour Insurance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Skills 29/35 · Domain 14/20 · Salary 10/15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Band: tailor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Southern Freight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Skills 27/35 · Level 8/15 · Salary 8/15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Band: watch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Top gap overall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Light on cloud platforms across 3 of 4 roles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Action: short course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Prioritise &amp; Trigger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Application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Acme Bank — tailored resume, warm intro via ex-colleague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Due: Wednesday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This 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Tailor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Metro Health, Harbour Insurance — run Playbook B2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Due: Friday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Watch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Southern Freight — re-score if level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Re-check: 2 weeks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Model tune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Adjust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No callbacks below $150k after 2 weeks → raise salary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Review: fortnightly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Guardrail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BA owns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Agent drafts; I approve every application before it is sent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Never auto-submit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