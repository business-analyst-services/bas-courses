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Capture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Requirements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REQ-014  Functional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3677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367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The system shall verify customer identity via API to the ID provider in under 60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To-Be: Verify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REQ-015  Functional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3677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367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The system shall run compliance checks and account provisioning in parallel.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To-Be: parallelise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REQ-016  Functional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3677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367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The system shall risk-score applications and route only exceptions to manual review.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To-Be: triage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REQ-017  Non-Functional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3677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367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Customer PII shall be encrypted in transit and at rest to PCI DSS standard.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PCI DSS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REQ-018  Non-Functional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4693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Should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Onboarding shall complete for 90% of customers without manual intervention.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North Star target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Slice into User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Story Backlog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IDV-03  ·  Identity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3677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367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 a new customer, I want my identity verified in real time, so that I can complete onboarding in one sitting.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IDV-04  ·  Risk Triage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5303" y="1828800"/>
            <a:ext cx="3677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5303" y="1819656"/>
            <a:ext cx="367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 an onboarding officer, I want only exceptions in my queue, so that I focus on genuine risk.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PRV-02  ·  Provisioning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425696"/>
            <a:ext cx="3677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416552"/>
            <a:ext cx="3677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 a customer, I want my account ready immediately after checks pass, so that I can transact straight away.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DOC-05  ·  Document Capture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15303" y="4425696"/>
            <a:ext cx="4693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5303" y="4416552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Should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 an onboarding officer, I want documents auto-validated, so that I only handle unclear cases.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Write Acceptance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Given / When / 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5047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417320"/>
            <a:ext cx="3527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Story IDV-03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1810512"/>
            <a:ext cx="45720" cy="14630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179222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F9D8B"/>
                </a:solidFill>
                <a:latin typeface="Arial"/>
              </a:rPr>
              <a:t>GIVEN / WHEN / THEN — HAPPY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3" y="197510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a valid passport image, when the system calls the ID provider, then verification completes within 60 seconds and onboarding advances.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633472"/>
            <a:ext cx="45720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3" y="261518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789A0"/>
                </a:solidFill>
                <a:latin typeface="Arial"/>
              </a:rPr>
              <a:t>ALTERNATIVE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79806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a low-quality image, when submitted, then the customer is prompted to retake before submission.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3332988"/>
            <a:ext cx="45720" cy="146304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3314700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D9655B"/>
                </a:solidFill>
                <a:latin typeface="Arial"/>
              </a:rPr>
              <a:t>FAILURE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3" y="3497580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the provider is unavailable, when called, then the application is queued and retried, and the customer is informed.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0682" y="1371600"/>
            <a:ext cx="3710330" cy="5047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0682" y="1371600"/>
            <a:ext cx="371033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8698" y="1417320"/>
            <a:ext cx="3527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Story IDV-04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8698" y="1810512"/>
            <a:ext cx="45720" cy="14630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0138" y="179222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F9D8B"/>
                </a:solidFill>
                <a:latin typeface="Arial"/>
              </a:rPr>
              <a:t>GIVEN / WHEN / THEN — HAPPY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0138" y="197510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an application scores low risk, when checks run, then it is auto-approved and never enters the manual queue.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698" y="2633472"/>
            <a:ext cx="45720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0138" y="261518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789A0"/>
                </a:solidFill>
                <a:latin typeface="Arial"/>
              </a:rPr>
              <a:t>ALTERNATIVE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279806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a medium-risk score, when checks run, then it is flagged with the specific reason for the reviewer.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8698" y="3332988"/>
            <a:ext cx="45720" cy="146304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0138" y="3314700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D9655B"/>
                </a:solidFill>
                <a:latin typeface="Arial"/>
              </a:rPr>
              <a:t>FAILURE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0138" y="3497580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a high-risk score, when checks run, then it is held and escalated to senior compliance.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7316" y="1371600"/>
            <a:ext cx="3710330" cy="5047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7316" y="1371600"/>
            <a:ext cx="371033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5332" y="1417320"/>
            <a:ext cx="3527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Story PRV-02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5332" y="1810512"/>
            <a:ext cx="45720" cy="14630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6772" y="1792224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F9D8B"/>
                </a:solidFill>
                <a:latin typeface="Arial"/>
              </a:rPr>
              <a:t>GIVEN / WHEN / THEN — HAPPY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6772" y="1975104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identity and compliance pass, when provisioning runs, then the account is active within 1 hour.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5332" y="2510028"/>
            <a:ext cx="45720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6772" y="2491740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789A0"/>
                </a:solidFill>
                <a:latin typeface="Arial"/>
              </a:rPr>
              <a:t>ALTERNATIVE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6772" y="2674620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provisioning partially fails, when retried, then it completes without creating a duplicate account.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3209544"/>
            <a:ext cx="45720" cy="146304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6772" y="3191256"/>
            <a:ext cx="33994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D9655B"/>
                </a:solidFill>
                <a:latin typeface="Arial"/>
              </a:rPr>
              <a:t>FAILURE 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6772" y="3374136"/>
            <a:ext cx="334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21313D"/>
                </a:solidFill>
                <a:latin typeface="Arial"/>
              </a:rPr>
              <a:t>Given core banking is down, when provisioning is attempted, then the request is queued and the customer is notified of timing.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04  ·  Requirements &amp; 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Build the Traceability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Traceability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69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Stories: IDV-03, IDV-04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Tests: TC-027, TC-028, TC-031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5303" y="1828800"/>
            <a:ext cx="469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1819656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Stories: PRV-02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2372868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Tests: TC-040, TC-041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REQ-016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425696"/>
            <a:ext cx="469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416552"/>
            <a:ext cx="469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Stories: IDV-04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969764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Tests: TC-050, TC-051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Sign-off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5303" y="4425696"/>
            <a:ext cx="570991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5303" y="4416552"/>
            <a:ext cx="57099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APPROVED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Priya Singh (Sponsor) and Marcus Lee (Tech Lead), 2026-08-18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