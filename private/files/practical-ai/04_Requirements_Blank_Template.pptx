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04  ·  Requirements &amp; User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Capture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Requirements Catalogue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4185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4185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4185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4185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4969764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4185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4969764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04  ·  Requirements &amp; User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Slice into User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Story Backlog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638647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4185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372868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1371600"/>
            <a:ext cx="5638647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303" y="1499616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5303" y="1828800"/>
            <a:ext cx="4185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5303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303" y="2103120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5303" y="2372868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968496"/>
            <a:ext cx="5638647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096511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4425696"/>
            <a:ext cx="4185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416552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700016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969764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8999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8999" y="3968496"/>
            <a:ext cx="5638647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5303" y="4096511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15303" y="4425696"/>
            <a:ext cx="4185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5303" y="4416552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5303" y="4700016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5303" y="4969764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04  ·  Requirements &amp; User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Write Acceptance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Given / When / Then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5047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417320"/>
            <a:ext cx="3527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Story &lt;ID&gt;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1810512"/>
            <a:ext cx="45720" cy="14630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3" y="1792224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F9D8B"/>
                </a:solidFill>
                <a:latin typeface="Arial"/>
              </a:rPr>
              <a:t>GIVEN / WHEN / THEN — HAPPY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3" y="1975104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&lt;context&gt;, when &lt;action&gt;, then &lt;result&gt;.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2386584"/>
            <a:ext cx="45720" cy="1463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3" y="2368296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789A0"/>
                </a:solidFill>
                <a:latin typeface="Arial"/>
              </a:rPr>
              <a:t>ALTERNATIVE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2551176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&lt;variation&gt;, when &lt;action&gt;, then &lt;result&gt;.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2962656"/>
            <a:ext cx="45720" cy="146304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3" y="2944368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D9655B"/>
                </a:solidFill>
                <a:latin typeface="Arial"/>
              </a:rPr>
              <a:t>FAILURE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3" y="3127248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&lt;failure&gt;, when &lt;action&gt;, then &lt;safe handling&gt;.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40682" y="1371600"/>
            <a:ext cx="3710330" cy="5047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40682" y="1371600"/>
            <a:ext cx="3710330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8698" y="1417320"/>
            <a:ext cx="3527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Story &lt;ID&gt;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8698" y="1810512"/>
            <a:ext cx="45720" cy="14630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0138" y="1792224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F9D8B"/>
                </a:solidFill>
                <a:latin typeface="Arial"/>
              </a:rPr>
              <a:t>GIVEN / WHEN / THEN — HAPPY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0138" y="1975104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&lt;context&gt;, when &lt;action&gt;, then &lt;result&gt;.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8698" y="2386584"/>
            <a:ext cx="45720" cy="1463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0138" y="2368296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789A0"/>
                </a:solidFill>
                <a:latin typeface="Arial"/>
              </a:rPr>
              <a:t>ALTERNATIVE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0138" y="2551176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&lt;variation&gt;, when &lt;action&gt;, then &lt;result&gt;.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68698" y="2962656"/>
            <a:ext cx="45720" cy="146304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0138" y="2944368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D9655B"/>
                </a:solidFill>
                <a:latin typeface="Arial"/>
              </a:rPr>
              <a:t>FAILURE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0138" y="3127248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&lt;failure&gt;, when &lt;action&gt;, then &lt;safe handling&gt;.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7316" y="1371600"/>
            <a:ext cx="3710330" cy="5047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97316" y="1371600"/>
            <a:ext cx="3710330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5332" y="1417320"/>
            <a:ext cx="3527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Story &lt;ID&gt;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5332" y="1810512"/>
            <a:ext cx="45720" cy="14630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16772" y="1792224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F9D8B"/>
                </a:solidFill>
                <a:latin typeface="Arial"/>
              </a:rPr>
              <a:t>GIVEN / WHEN / THEN — HAPPY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6772" y="1975104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&lt;context&gt;, when &lt;action&gt;, then &lt;result&gt;.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5332" y="2386584"/>
            <a:ext cx="45720" cy="1463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6772" y="2368296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789A0"/>
                </a:solidFill>
                <a:latin typeface="Arial"/>
              </a:rPr>
              <a:t>ALTERNATIVE PATH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6772" y="2551176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&lt;variation&gt;, when &lt;action&gt;, then &lt;result&gt;.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5332" y="2962656"/>
            <a:ext cx="45720" cy="146304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6772" y="2944368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D9655B"/>
                </a:solidFill>
                <a:latin typeface="Arial"/>
              </a:rPr>
              <a:t>FAILURE PATH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6772" y="3127248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&lt;failure&gt;, when &lt;action&gt;, then &lt;safe handling&gt;.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04  ·  Requirements &amp; User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Build the Traceability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Traceability Matrix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638647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4185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372868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1371600"/>
            <a:ext cx="5638647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303" y="1499616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5303" y="1828800"/>
            <a:ext cx="4185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5303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303" y="2103120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5303" y="2372868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968496"/>
            <a:ext cx="5638647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096511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4425696"/>
            <a:ext cx="4185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416552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700016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969764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8999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8999" y="3968496"/>
            <a:ext cx="5638647" cy="64008"/>
          </a:xfrm>
          <a:prstGeom prst="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5303" y="4096511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15303" y="4425696"/>
            <a:ext cx="418592" cy="20116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5303" y="4416552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5303" y="4700016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5303" y="4969764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